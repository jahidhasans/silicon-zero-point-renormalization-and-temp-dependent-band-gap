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6FC36-778E-4C20-90F8-0E92E23001EF}" v="34" dt="2024-11-20T18:30:40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Jahid Hasan Sagor" userId="82b71407-c158-4b74-8b24-dc0c668ff15d" providerId="ADAL" clId="{3B96FC36-778E-4C20-90F8-0E92E23001EF}"/>
    <pc:docChg chg="undo custSel addSld delSld modSld">
      <pc:chgData name="Md. Jahid Hasan Sagor" userId="82b71407-c158-4b74-8b24-dc0c668ff15d" providerId="ADAL" clId="{3B96FC36-778E-4C20-90F8-0E92E23001EF}" dt="2024-11-20T18:33:43.284" v="1089" actId="20577"/>
      <pc:docMkLst>
        <pc:docMk/>
      </pc:docMkLst>
      <pc:sldChg chg="addSp delSp modSp new del mod">
        <pc:chgData name="Md. Jahid Hasan Sagor" userId="82b71407-c158-4b74-8b24-dc0c668ff15d" providerId="ADAL" clId="{3B96FC36-778E-4C20-90F8-0E92E23001EF}" dt="2024-11-20T16:03:23.027" v="809" actId="2696"/>
        <pc:sldMkLst>
          <pc:docMk/>
          <pc:sldMk cId="3715945985" sldId="258"/>
        </pc:sldMkLst>
        <pc:spChg chg="del">
          <ac:chgData name="Md. Jahid Hasan Sagor" userId="82b71407-c158-4b74-8b24-dc0c668ff15d" providerId="ADAL" clId="{3B96FC36-778E-4C20-90F8-0E92E23001EF}" dt="2024-11-19T20:32:25.227" v="117" actId="478"/>
          <ac:spMkLst>
            <pc:docMk/>
            <pc:sldMk cId="3715945985" sldId="258"/>
            <ac:spMk id="2" creationId="{333FEAA8-7B41-C02D-8A39-32B4BB3CE06A}"/>
          </ac:spMkLst>
        </pc:spChg>
        <pc:spChg chg="del">
          <ac:chgData name="Md. Jahid Hasan Sagor" userId="82b71407-c158-4b74-8b24-dc0c668ff15d" providerId="ADAL" clId="{3B96FC36-778E-4C20-90F8-0E92E23001EF}" dt="2024-11-19T20:32:26.456" v="118" actId="478"/>
          <ac:spMkLst>
            <pc:docMk/>
            <pc:sldMk cId="3715945985" sldId="258"/>
            <ac:spMk id="3" creationId="{78FEF464-A477-8BC1-5BD4-D7158C45FF78}"/>
          </ac:spMkLst>
        </pc:spChg>
        <pc:spChg chg="add del mod">
          <ac:chgData name="Md. Jahid Hasan Sagor" userId="82b71407-c158-4b74-8b24-dc0c668ff15d" providerId="ADAL" clId="{3B96FC36-778E-4C20-90F8-0E92E23001EF}" dt="2024-11-20T16:03:19.239" v="808" actId="478"/>
          <ac:spMkLst>
            <pc:docMk/>
            <pc:sldMk cId="3715945985" sldId="258"/>
            <ac:spMk id="4" creationId="{CD5FE40E-7D76-B199-5DD4-234685C01999}"/>
          </ac:spMkLst>
        </pc:spChg>
        <pc:spChg chg="add del mod">
          <ac:chgData name="Md. Jahid Hasan Sagor" userId="82b71407-c158-4b74-8b24-dc0c668ff15d" providerId="ADAL" clId="{3B96FC36-778E-4C20-90F8-0E92E23001EF}" dt="2024-11-20T16:03:18.331" v="807" actId="478"/>
          <ac:spMkLst>
            <pc:docMk/>
            <pc:sldMk cId="3715945985" sldId="258"/>
            <ac:spMk id="5" creationId="{51F1B2F1-28D7-B5E8-4FE7-C7E0530B06FA}"/>
          </ac:spMkLst>
        </pc:spChg>
        <pc:spChg chg="add del mod">
          <ac:chgData name="Md. Jahid Hasan Sagor" userId="82b71407-c158-4b74-8b24-dc0c668ff15d" providerId="ADAL" clId="{3B96FC36-778E-4C20-90F8-0E92E23001EF}" dt="2024-11-20T16:03:15.199" v="805" actId="478"/>
          <ac:spMkLst>
            <pc:docMk/>
            <pc:sldMk cId="3715945985" sldId="258"/>
            <ac:spMk id="6" creationId="{8D4B0655-C3DE-FEC3-51E9-8B6AA65B3B85}"/>
          </ac:spMkLst>
        </pc:spChg>
        <pc:spChg chg="add del mod">
          <ac:chgData name="Md. Jahid Hasan Sagor" userId="82b71407-c158-4b74-8b24-dc0c668ff15d" providerId="ADAL" clId="{3B96FC36-778E-4C20-90F8-0E92E23001EF}" dt="2024-11-20T16:03:14.128" v="804" actId="478"/>
          <ac:spMkLst>
            <pc:docMk/>
            <pc:sldMk cId="3715945985" sldId="258"/>
            <ac:spMk id="7" creationId="{F723EAE8-354B-CA26-D433-02A832767128}"/>
          </ac:spMkLst>
        </pc:spChg>
      </pc:sldChg>
      <pc:sldChg chg="addSp delSp modSp add mod">
        <pc:chgData name="Md. Jahid Hasan Sagor" userId="82b71407-c158-4b74-8b24-dc0c668ff15d" providerId="ADAL" clId="{3B96FC36-778E-4C20-90F8-0E92E23001EF}" dt="2024-11-20T16:02:57.139" v="803" actId="20577"/>
        <pc:sldMkLst>
          <pc:docMk/>
          <pc:sldMk cId="3288725666" sldId="259"/>
        </pc:sldMkLst>
        <pc:spChg chg="mod">
          <ac:chgData name="Md. Jahid Hasan Sagor" userId="82b71407-c158-4b74-8b24-dc0c668ff15d" providerId="ADAL" clId="{3B96FC36-778E-4C20-90F8-0E92E23001EF}" dt="2024-11-19T20:29:44.325" v="75" actId="6549"/>
          <ac:spMkLst>
            <pc:docMk/>
            <pc:sldMk cId="3288725666" sldId="259"/>
            <ac:spMk id="5" creationId="{B4A876EB-7AC1-F74F-A690-6BF10BB84B08}"/>
          </ac:spMkLst>
        </pc:spChg>
        <pc:spChg chg="mod">
          <ac:chgData name="Md. Jahid Hasan Sagor" userId="82b71407-c158-4b74-8b24-dc0c668ff15d" providerId="ADAL" clId="{3B96FC36-778E-4C20-90F8-0E92E23001EF}" dt="2024-11-20T15:59:10.487" v="757" actId="20577"/>
          <ac:spMkLst>
            <pc:docMk/>
            <pc:sldMk cId="3288725666" sldId="259"/>
            <ac:spMk id="9" creationId="{23425D11-00B7-B72C-553D-E06F0282399C}"/>
          </ac:spMkLst>
        </pc:spChg>
        <pc:spChg chg="del">
          <ac:chgData name="Md. Jahid Hasan Sagor" userId="82b71407-c158-4b74-8b24-dc0c668ff15d" providerId="ADAL" clId="{3B96FC36-778E-4C20-90F8-0E92E23001EF}" dt="2024-11-19T20:25:14.370" v="7" actId="478"/>
          <ac:spMkLst>
            <pc:docMk/>
            <pc:sldMk cId="3288725666" sldId="259"/>
            <ac:spMk id="14" creationId="{F163D4AB-A1A9-8EFC-422D-1898C19072F7}"/>
          </ac:spMkLst>
        </pc:spChg>
        <pc:spChg chg="del">
          <ac:chgData name="Md. Jahid Hasan Sagor" userId="82b71407-c158-4b74-8b24-dc0c668ff15d" providerId="ADAL" clId="{3B96FC36-778E-4C20-90F8-0E92E23001EF}" dt="2024-11-19T20:25:12.374" v="5" actId="478"/>
          <ac:spMkLst>
            <pc:docMk/>
            <pc:sldMk cId="3288725666" sldId="259"/>
            <ac:spMk id="16" creationId="{538EEB9C-3B5B-10F8-E2D1-BE798CC94573}"/>
          </ac:spMkLst>
        </pc:spChg>
        <pc:spChg chg="del">
          <ac:chgData name="Md. Jahid Hasan Sagor" userId="82b71407-c158-4b74-8b24-dc0c668ff15d" providerId="ADAL" clId="{3B96FC36-778E-4C20-90F8-0E92E23001EF}" dt="2024-11-19T20:25:09.378" v="3" actId="478"/>
          <ac:spMkLst>
            <pc:docMk/>
            <pc:sldMk cId="3288725666" sldId="259"/>
            <ac:spMk id="18" creationId="{03E2B76C-AB3E-16D3-9A9C-6360459D30B2}"/>
          </ac:spMkLst>
        </pc:spChg>
        <pc:spChg chg="del">
          <ac:chgData name="Md. Jahid Hasan Sagor" userId="82b71407-c158-4b74-8b24-dc0c668ff15d" providerId="ADAL" clId="{3B96FC36-778E-4C20-90F8-0E92E23001EF}" dt="2024-11-19T20:25:07.586" v="2" actId="478"/>
          <ac:spMkLst>
            <pc:docMk/>
            <pc:sldMk cId="3288725666" sldId="259"/>
            <ac:spMk id="22" creationId="{9937F9DF-6EE0-1DDA-CF16-9F94931AE52D}"/>
          </ac:spMkLst>
        </pc:spChg>
        <pc:spChg chg="mod">
          <ac:chgData name="Md. Jahid Hasan Sagor" userId="82b71407-c158-4b74-8b24-dc0c668ff15d" providerId="ADAL" clId="{3B96FC36-778E-4C20-90F8-0E92E23001EF}" dt="2024-11-19T20:29:46.096" v="76" actId="6549"/>
          <ac:spMkLst>
            <pc:docMk/>
            <pc:sldMk cId="3288725666" sldId="259"/>
            <ac:spMk id="23" creationId="{B83DC57B-33AE-E3F3-D45F-52DFAEB3F665}"/>
          </ac:spMkLst>
        </pc:spChg>
        <pc:spChg chg="add mod">
          <ac:chgData name="Md. Jahid Hasan Sagor" userId="82b71407-c158-4b74-8b24-dc0c668ff15d" providerId="ADAL" clId="{3B96FC36-778E-4C20-90F8-0E92E23001EF}" dt="2024-11-20T15:58:10.883" v="726" actId="20577"/>
          <ac:spMkLst>
            <pc:docMk/>
            <pc:sldMk cId="3288725666" sldId="259"/>
            <ac:spMk id="26" creationId="{9593C5AA-DFA5-5AD0-4B1D-8B5C0E1DD935}"/>
          </ac:spMkLst>
        </pc:spChg>
        <pc:spChg chg="mod">
          <ac:chgData name="Md. Jahid Hasan Sagor" userId="82b71407-c158-4b74-8b24-dc0c668ff15d" providerId="ADAL" clId="{3B96FC36-778E-4C20-90F8-0E92E23001EF}" dt="2024-11-19T20:29:47.424" v="77" actId="6549"/>
          <ac:spMkLst>
            <pc:docMk/>
            <pc:sldMk cId="3288725666" sldId="259"/>
            <ac:spMk id="27" creationId="{68108666-C74F-6F45-972E-22FA3ACF5C15}"/>
          </ac:spMkLst>
        </pc:spChg>
        <pc:spChg chg="add mod">
          <ac:chgData name="Md. Jahid Hasan Sagor" userId="82b71407-c158-4b74-8b24-dc0c668ff15d" providerId="ADAL" clId="{3B96FC36-778E-4C20-90F8-0E92E23001EF}" dt="2024-11-20T16:02:43.027" v="788" actId="20577"/>
          <ac:spMkLst>
            <pc:docMk/>
            <pc:sldMk cId="3288725666" sldId="259"/>
            <ac:spMk id="29" creationId="{4E4C8946-3921-CE72-54FA-863E8D8BA7A0}"/>
          </ac:spMkLst>
        </pc:spChg>
        <pc:spChg chg="add mod">
          <ac:chgData name="Md. Jahid Hasan Sagor" userId="82b71407-c158-4b74-8b24-dc0c668ff15d" providerId="ADAL" clId="{3B96FC36-778E-4C20-90F8-0E92E23001EF}" dt="2024-11-20T16:02:57.139" v="803" actId="20577"/>
          <ac:spMkLst>
            <pc:docMk/>
            <pc:sldMk cId="3288725666" sldId="259"/>
            <ac:spMk id="31" creationId="{6C9FE449-64DE-8B82-30E5-565583966BC6}"/>
          </ac:spMkLst>
        </pc:spChg>
        <pc:spChg chg="mod">
          <ac:chgData name="Md. Jahid Hasan Sagor" userId="82b71407-c158-4b74-8b24-dc0c668ff15d" providerId="ADAL" clId="{3B96FC36-778E-4C20-90F8-0E92E23001EF}" dt="2024-11-19T20:29:53.280" v="79" actId="6549"/>
          <ac:spMkLst>
            <pc:docMk/>
            <pc:sldMk cId="3288725666" sldId="259"/>
            <ac:spMk id="33" creationId="{2E6415B3-47E0-0791-E132-D844979D4680}"/>
          </ac:spMkLst>
        </pc:spChg>
        <pc:spChg chg="mod">
          <ac:chgData name="Md. Jahid Hasan Sagor" userId="82b71407-c158-4b74-8b24-dc0c668ff15d" providerId="ADAL" clId="{3B96FC36-778E-4C20-90F8-0E92E23001EF}" dt="2024-11-19T20:29:49.757" v="78" actId="6549"/>
          <ac:spMkLst>
            <pc:docMk/>
            <pc:sldMk cId="3288725666" sldId="259"/>
            <ac:spMk id="35" creationId="{1E820FC9-B380-09F9-B5CA-E22269EE58EB}"/>
          </ac:spMkLst>
        </pc:spChg>
        <pc:spChg chg="mod">
          <ac:chgData name="Md. Jahid Hasan Sagor" userId="82b71407-c158-4b74-8b24-dc0c668ff15d" providerId="ADAL" clId="{3B96FC36-778E-4C20-90F8-0E92E23001EF}" dt="2024-11-19T20:26:51.895" v="51" actId="1076"/>
          <ac:spMkLst>
            <pc:docMk/>
            <pc:sldMk cId="3288725666" sldId="259"/>
            <ac:spMk id="41" creationId="{65F796F9-0E64-B2B9-40AB-AC104754689F}"/>
          </ac:spMkLst>
        </pc:spChg>
        <pc:spChg chg="del">
          <ac:chgData name="Md. Jahid Hasan Sagor" userId="82b71407-c158-4b74-8b24-dc0c668ff15d" providerId="ADAL" clId="{3B96FC36-778E-4C20-90F8-0E92E23001EF}" dt="2024-11-19T20:25:21.690" v="8" actId="478"/>
          <ac:spMkLst>
            <pc:docMk/>
            <pc:sldMk cId="3288725666" sldId="259"/>
            <ac:spMk id="54" creationId="{22FC1D5E-5F32-54AA-73E6-5C5B7D37BC75}"/>
          </ac:spMkLst>
        </pc:spChg>
        <pc:spChg chg="mod">
          <ac:chgData name="Md. Jahid Hasan Sagor" userId="82b71407-c158-4b74-8b24-dc0c668ff15d" providerId="ADAL" clId="{3B96FC36-778E-4C20-90F8-0E92E23001EF}" dt="2024-11-19T20:29:00.112" v="70" actId="1076"/>
          <ac:spMkLst>
            <pc:docMk/>
            <pc:sldMk cId="3288725666" sldId="259"/>
            <ac:spMk id="67" creationId="{3BA6262D-AE57-7C03-2BCF-724D7FE3DF6C}"/>
          </ac:spMkLst>
        </pc:spChg>
        <pc:spChg chg="del">
          <ac:chgData name="Md. Jahid Hasan Sagor" userId="82b71407-c158-4b74-8b24-dc0c668ff15d" providerId="ADAL" clId="{3B96FC36-778E-4C20-90F8-0E92E23001EF}" dt="2024-11-19T20:25:11.202" v="4" actId="478"/>
          <ac:spMkLst>
            <pc:docMk/>
            <pc:sldMk cId="3288725666" sldId="259"/>
            <ac:spMk id="69" creationId="{22CBC476-4B60-EB43-CA76-7B05EDD8D9D2}"/>
          </ac:spMkLst>
        </pc:spChg>
        <pc:cxnChg chg="add mod">
          <ac:chgData name="Md. Jahid Hasan Sagor" userId="82b71407-c158-4b74-8b24-dc0c668ff15d" providerId="ADAL" clId="{3B96FC36-778E-4C20-90F8-0E92E23001EF}" dt="2024-11-19T20:27:55.992" v="68" actId="1076"/>
          <ac:cxnSpMkLst>
            <pc:docMk/>
            <pc:sldMk cId="3288725666" sldId="259"/>
            <ac:cxnSpMk id="8" creationId="{F441211F-742E-7722-9B91-5D12536D40CA}"/>
          </ac:cxnSpMkLst>
        </pc:cxnChg>
        <pc:cxnChg chg="add mod">
          <ac:chgData name="Md. Jahid Hasan Sagor" userId="82b71407-c158-4b74-8b24-dc0c668ff15d" providerId="ADAL" clId="{3B96FC36-778E-4C20-90F8-0E92E23001EF}" dt="2024-11-19T20:29:36.448" v="74" actId="1076"/>
          <ac:cxnSpMkLst>
            <pc:docMk/>
            <pc:sldMk cId="3288725666" sldId="259"/>
            <ac:cxnSpMk id="20" creationId="{82942540-630D-3F92-07BD-EDAB4E0D3DA5}"/>
          </ac:cxnSpMkLst>
        </pc:cxnChg>
        <pc:cxnChg chg="del mod">
          <ac:chgData name="Md. Jahid Hasan Sagor" userId="82b71407-c158-4b74-8b24-dc0c668ff15d" providerId="ADAL" clId="{3B96FC36-778E-4C20-90F8-0E92E23001EF}" dt="2024-11-19T20:25:22.940" v="9" actId="478"/>
          <ac:cxnSpMkLst>
            <pc:docMk/>
            <pc:sldMk cId="3288725666" sldId="259"/>
            <ac:cxnSpMk id="28" creationId="{69C14860-0841-F188-E7E4-933644974A7F}"/>
          </ac:cxnSpMkLst>
        </pc:cxnChg>
        <pc:cxnChg chg="mod">
          <ac:chgData name="Md. Jahid Hasan Sagor" userId="82b71407-c158-4b74-8b24-dc0c668ff15d" providerId="ADAL" clId="{3B96FC36-778E-4C20-90F8-0E92E23001EF}" dt="2024-11-19T20:27:07.414" v="56" actId="14100"/>
          <ac:cxnSpMkLst>
            <pc:docMk/>
            <pc:sldMk cId="3288725666" sldId="259"/>
            <ac:cxnSpMk id="36" creationId="{71031AE1-35C4-7870-04EB-C0F0A41DD6C8}"/>
          </ac:cxnSpMkLst>
        </pc:cxnChg>
        <pc:cxnChg chg="mod">
          <ac:chgData name="Md. Jahid Hasan Sagor" userId="82b71407-c158-4b74-8b24-dc0c668ff15d" providerId="ADAL" clId="{3B96FC36-778E-4C20-90F8-0E92E23001EF}" dt="2024-11-19T20:27:59.377" v="69" actId="14100"/>
          <ac:cxnSpMkLst>
            <pc:docMk/>
            <pc:sldMk cId="3288725666" sldId="259"/>
            <ac:cxnSpMk id="38" creationId="{468F1E32-244D-FB11-B543-696A2B427919}"/>
          </ac:cxnSpMkLst>
        </pc:cxnChg>
        <pc:cxnChg chg="del">
          <ac:chgData name="Md. Jahid Hasan Sagor" userId="82b71407-c158-4b74-8b24-dc0c668ff15d" providerId="ADAL" clId="{3B96FC36-778E-4C20-90F8-0E92E23001EF}" dt="2024-11-19T20:25:13.371" v="6" actId="478"/>
          <ac:cxnSpMkLst>
            <pc:docMk/>
            <pc:sldMk cId="3288725666" sldId="259"/>
            <ac:cxnSpMk id="56" creationId="{659980D9-4694-25AF-080A-0E58269F0B4D}"/>
          </ac:cxnSpMkLst>
        </pc:cxnChg>
      </pc:sldChg>
      <pc:sldChg chg="addSp delSp modSp new mod">
        <pc:chgData name="Md. Jahid Hasan Sagor" userId="82b71407-c158-4b74-8b24-dc0c668ff15d" providerId="ADAL" clId="{3B96FC36-778E-4C20-90F8-0E92E23001EF}" dt="2024-11-20T16:16:03.101" v="878" actId="1076"/>
        <pc:sldMkLst>
          <pc:docMk/>
          <pc:sldMk cId="3546964522" sldId="260"/>
        </pc:sldMkLst>
        <pc:spChg chg="del">
          <ac:chgData name="Md. Jahid Hasan Sagor" userId="82b71407-c158-4b74-8b24-dc0c668ff15d" providerId="ADAL" clId="{3B96FC36-778E-4C20-90F8-0E92E23001EF}" dt="2024-11-20T14:52:27.032" v="406" actId="478"/>
          <ac:spMkLst>
            <pc:docMk/>
            <pc:sldMk cId="3546964522" sldId="260"/>
            <ac:spMk id="2" creationId="{CA0CE55C-BC04-CF93-0D37-66EE430B799C}"/>
          </ac:spMkLst>
        </pc:spChg>
        <pc:spChg chg="del mod">
          <ac:chgData name="Md. Jahid Hasan Sagor" userId="82b71407-c158-4b74-8b24-dc0c668ff15d" providerId="ADAL" clId="{3B96FC36-778E-4C20-90F8-0E92E23001EF}" dt="2024-11-20T15:00:45.516" v="419" actId="21"/>
          <ac:spMkLst>
            <pc:docMk/>
            <pc:sldMk cId="3546964522" sldId="260"/>
            <ac:spMk id="3" creationId="{246EC924-2D5F-2A73-09F5-B5DE7867C31E}"/>
          </ac:spMkLst>
        </pc:spChg>
        <pc:spChg chg="add del mod">
          <ac:chgData name="Md. Jahid Hasan Sagor" userId="82b71407-c158-4b74-8b24-dc0c668ff15d" providerId="ADAL" clId="{3B96FC36-778E-4C20-90F8-0E92E23001EF}" dt="2024-11-20T15:00:49.992" v="420" actId="478"/>
          <ac:spMkLst>
            <pc:docMk/>
            <pc:sldMk cId="3546964522" sldId="260"/>
            <ac:spMk id="5" creationId="{E8C4B1F9-6453-C7D8-9F0D-AA081B40E9D6}"/>
          </ac:spMkLst>
        </pc:spChg>
        <pc:spChg chg="add mod">
          <ac:chgData name="Md. Jahid Hasan Sagor" userId="82b71407-c158-4b74-8b24-dc0c668ff15d" providerId="ADAL" clId="{3B96FC36-778E-4C20-90F8-0E92E23001EF}" dt="2024-11-20T15:00:51.234" v="421"/>
          <ac:spMkLst>
            <pc:docMk/>
            <pc:sldMk cId="3546964522" sldId="260"/>
            <ac:spMk id="6" creationId="{246EC924-2D5F-2A73-09F5-B5DE7867C31E}"/>
          </ac:spMkLst>
        </pc:spChg>
        <pc:spChg chg="add del mod">
          <ac:chgData name="Md. Jahid Hasan Sagor" userId="82b71407-c158-4b74-8b24-dc0c668ff15d" providerId="ADAL" clId="{3B96FC36-778E-4C20-90F8-0E92E23001EF}" dt="2024-11-20T16:14:34.560" v="827" actId="478"/>
          <ac:spMkLst>
            <pc:docMk/>
            <pc:sldMk cId="3546964522" sldId="260"/>
            <ac:spMk id="7" creationId="{5450D1B4-38E3-08F3-24B0-70775DD0326F}"/>
          </ac:spMkLst>
        </pc:spChg>
        <pc:spChg chg="add del mod">
          <ac:chgData name="Md. Jahid Hasan Sagor" userId="82b71407-c158-4b74-8b24-dc0c668ff15d" providerId="ADAL" clId="{3B96FC36-778E-4C20-90F8-0E92E23001EF}" dt="2024-11-20T16:06:03.241" v="812" actId="478"/>
          <ac:spMkLst>
            <pc:docMk/>
            <pc:sldMk cId="3546964522" sldId="260"/>
            <ac:spMk id="9" creationId="{3E9E2170-9A67-7E32-3F95-4B3BCFFBB7B8}"/>
          </ac:spMkLst>
        </pc:spChg>
        <pc:spChg chg="add mod">
          <ac:chgData name="Md. Jahid Hasan Sagor" userId="82b71407-c158-4b74-8b24-dc0c668ff15d" providerId="ADAL" clId="{3B96FC36-778E-4C20-90F8-0E92E23001EF}" dt="2024-11-20T16:14:55.724" v="840" actId="1076"/>
          <ac:spMkLst>
            <pc:docMk/>
            <pc:sldMk cId="3546964522" sldId="260"/>
            <ac:spMk id="13" creationId="{AE1222FF-A405-4F46-8456-5075FBDB5EA8}"/>
          </ac:spMkLst>
        </pc:spChg>
        <pc:spChg chg="add mod">
          <ac:chgData name="Md. Jahid Hasan Sagor" userId="82b71407-c158-4b74-8b24-dc0c668ff15d" providerId="ADAL" clId="{3B96FC36-778E-4C20-90F8-0E92E23001EF}" dt="2024-11-20T16:15:20.172" v="849" actId="20577"/>
          <ac:spMkLst>
            <pc:docMk/>
            <pc:sldMk cId="3546964522" sldId="260"/>
            <ac:spMk id="17" creationId="{CBA91DBD-2FC8-3695-54F1-C250AA4D4095}"/>
          </ac:spMkLst>
        </pc:spChg>
        <pc:spChg chg="add mod">
          <ac:chgData name="Md. Jahid Hasan Sagor" userId="82b71407-c158-4b74-8b24-dc0c668ff15d" providerId="ADAL" clId="{3B96FC36-778E-4C20-90F8-0E92E23001EF}" dt="2024-11-20T16:16:03.101" v="878" actId="1076"/>
          <ac:spMkLst>
            <pc:docMk/>
            <pc:sldMk cId="3546964522" sldId="260"/>
            <ac:spMk id="18" creationId="{4979128A-D068-BEBC-C59D-80975C5C53B7}"/>
          </ac:spMkLst>
        </pc:spChg>
        <pc:graphicFrameChg chg="add del mod">
          <ac:chgData name="Md. Jahid Hasan Sagor" userId="82b71407-c158-4b74-8b24-dc0c668ff15d" providerId="ADAL" clId="{3B96FC36-778E-4C20-90F8-0E92E23001EF}" dt="2024-11-20T16:06:39.165" v="820" actId="478"/>
          <ac:graphicFrameMkLst>
            <pc:docMk/>
            <pc:sldMk cId="3546964522" sldId="260"/>
            <ac:graphicFrameMk id="4" creationId="{D7AE166B-43B4-6BB4-24E9-82607883B0F6}"/>
          </ac:graphicFrameMkLst>
        </pc:graphicFrameChg>
        <pc:picChg chg="add del mod">
          <ac:chgData name="Md. Jahid Hasan Sagor" userId="82b71407-c158-4b74-8b24-dc0c668ff15d" providerId="ADAL" clId="{3B96FC36-778E-4C20-90F8-0E92E23001EF}" dt="2024-11-20T16:06:18.415" v="816" actId="478"/>
          <ac:picMkLst>
            <pc:docMk/>
            <pc:sldMk cId="3546964522" sldId="260"/>
            <ac:picMk id="3" creationId="{6815F84C-7335-4C8D-73A4-E985A9BEACDE}"/>
          </ac:picMkLst>
        </pc:picChg>
        <pc:picChg chg="add mod modCrop">
          <ac:chgData name="Md. Jahid Hasan Sagor" userId="82b71407-c158-4b74-8b24-dc0c668ff15d" providerId="ADAL" clId="{3B96FC36-778E-4C20-90F8-0E92E23001EF}" dt="2024-11-20T16:13:28.658" v="824" actId="732"/>
          <ac:picMkLst>
            <pc:docMk/>
            <pc:sldMk cId="3546964522" sldId="260"/>
            <ac:picMk id="6" creationId="{57C103EB-B6A5-9EB9-270D-D8F8DBEBE9EE}"/>
          </ac:picMkLst>
        </pc:picChg>
        <pc:picChg chg="add del mod modCrop">
          <ac:chgData name="Md. Jahid Hasan Sagor" userId="82b71407-c158-4b74-8b24-dc0c668ff15d" providerId="ADAL" clId="{3B96FC36-778E-4C20-90F8-0E92E23001EF}" dt="2024-11-20T16:06:01.657" v="811" actId="478"/>
          <ac:picMkLst>
            <pc:docMk/>
            <pc:sldMk cId="3546964522" sldId="260"/>
            <ac:picMk id="8" creationId="{B9EE2939-17DA-E30C-684F-49E71DBE1655}"/>
          </ac:picMkLst>
        </pc:picChg>
        <pc:cxnChg chg="add mod">
          <ac:chgData name="Md. Jahid Hasan Sagor" userId="82b71407-c158-4b74-8b24-dc0c668ff15d" providerId="ADAL" clId="{3B96FC36-778E-4C20-90F8-0E92E23001EF}" dt="2024-11-20T16:14:40.636" v="829" actId="14100"/>
          <ac:cxnSpMkLst>
            <pc:docMk/>
            <pc:sldMk cId="3546964522" sldId="260"/>
            <ac:cxnSpMk id="11" creationId="{281AFE00-19F0-DD44-7425-F28962B11348}"/>
          </ac:cxnSpMkLst>
        </pc:cxnChg>
        <pc:cxnChg chg="add mod">
          <ac:chgData name="Md. Jahid Hasan Sagor" userId="82b71407-c158-4b74-8b24-dc0c668ff15d" providerId="ADAL" clId="{3B96FC36-778E-4C20-90F8-0E92E23001EF}" dt="2024-11-20T16:15:06.772" v="843" actId="14100"/>
          <ac:cxnSpMkLst>
            <pc:docMk/>
            <pc:sldMk cId="3546964522" sldId="260"/>
            <ac:cxnSpMk id="14" creationId="{6D5CDD11-2E30-149B-AF1F-495B9243DB60}"/>
          </ac:cxnSpMkLst>
        </pc:cxnChg>
      </pc:sldChg>
      <pc:sldChg chg="addSp delSp modSp new mod">
        <pc:chgData name="Md. Jahid Hasan Sagor" userId="82b71407-c158-4b74-8b24-dc0c668ff15d" providerId="ADAL" clId="{3B96FC36-778E-4C20-90F8-0E92E23001EF}" dt="2024-11-20T15:54:14.543" v="683" actId="1076"/>
        <pc:sldMkLst>
          <pc:docMk/>
          <pc:sldMk cId="2086105292" sldId="261"/>
        </pc:sldMkLst>
        <pc:spChg chg="del">
          <ac:chgData name="Md. Jahid Hasan Sagor" userId="82b71407-c158-4b74-8b24-dc0c668ff15d" providerId="ADAL" clId="{3B96FC36-778E-4C20-90F8-0E92E23001EF}" dt="2024-11-20T14:59:56.241" v="413" actId="478"/>
          <ac:spMkLst>
            <pc:docMk/>
            <pc:sldMk cId="2086105292" sldId="261"/>
            <ac:spMk id="2" creationId="{CDF048C3-7E1B-EFA1-A5AC-2629157C96BD}"/>
          </ac:spMkLst>
        </pc:spChg>
        <pc:spChg chg="del">
          <ac:chgData name="Md. Jahid Hasan Sagor" userId="82b71407-c158-4b74-8b24-dc0c668ff15d" providerId="ADAL" clId="{3B96FC36-778E-4C20-90F8-0E92E23001EF}" dt="2024-11-20T14:59:58.123" v="414" actId="478"/>
          <ac:spMkLst>
            <pc:docMk/>
            <pc:sldMk cId="2086105292" sldId="261"/>
            <ac:spMk id="3" creationId="{5D660020-050D-5F1B-71BF-0E4650B3FA7F}"/>
          </ac:spMkLst>
        </pc:spChg>
        <pc:spChg chg="add mod">
          <ac:chgData name="Md. Jahid Hasan Sagor" userId="82b71407-c158-4b74-8b24-dc0c668ff15d" providerId="ADAL" clId="{3B96FC36-778E-4C20-90F8-0E92E23001EF}" dt="2024-11-20T15:54:14.543" v="683" actId="1076"/>
          <ac:spMkLst>
            <pc:docMk/>
            <pc:sldMk cId="2086105292" sldId="261"/>
            <ac:spMk id="6" creationId="{20935DA3-D6A1-FC67-D7F4-FC13DCB2174E}"/>
          </ac:spMkLst>
        </pc:spChg>
        <pc:spChg chg="add mod">
          <ac:chgData name="Md. Jahid Hasan Sagor" userId="82b71407-c158-4b74-8b24-dc0c668ff15d" providerId="ADAL" clId="{3B96FC36-778E-4C20-90F8-0E92E23001EF}" dt="2024-11-20T15:50:40.430" v="579" actId="20577"/>
          <ac:spMkLst>
            <pc:docMk/>
            <pc:sldMk cId="2086105292" sldId="261"/>
            <ac:spMk id="7" creationId="{8F3F8799-768A-61E3-E1EC-9DFA62A1EC06}"/>
          </ac:spMkLst>
        </pc:spChg>
        <pc:spChg chg="add mod">
          <ac:chgData name="Md. Jahid Hasan Sagor" userId="82b71407-c158-4b74-8b24-dc0c668ff15d" providerId="ADAL" clId="{3B96FC36-778E-4C20-90F8-0E92E23001EF}" dt="2024-11-20T15:53:38.367" v="672" actId="1076"/>
          <ac:spMkLst>
            <pc:docMk/>
            <pc:sldMk cId="2086105292" sldId="261"/>
            <ac:spMk id="8" creationId="{9B716682-063B-952E-3688-625F6282965E}"/>
          </ac:spMkLst>
        </pc:spChg>
        <pc:picChg chg="add mod modCrop">
          <ac:chgData name="Md. Jahid Hasan Sagor" userId="82b71407-c158-4b74-8b24-dc0c668ff15d" providerId="ADAL" clId="{3B96FC36-778E-4C20-90F8-0E92E23001EF}" dt="2024-11-20T15:44:59.726" v="427" actId="1076"/>
          <ac:picMkLst>
            <pc:docMk/>
            <pc:sldMk cId="2086105292" sldId="261"/>
            <ac:picMk id="5" creationId="{1C071893-0AC2-2D9D-B65B-8BE76CB2D435}"/>
          </ac:picMkLst>
        </pc:picChg>
      </pc:sldChg>
      <pc:sldChg chg="addSp delSp modSp add mod">
        <pc:chgData name="Md. Jahid Hasan Sagor" userId="82b71407-c158-4b74-8b24-dc0c668ff15d" providerId="ADAL" clId="{3B96FC36-778E-4C20-90F8-0E92E23001EF}" dt="2024-11-20T18:33:43.284" v="1089" actId="20577"/>
        <pc:sldMkLst>
          <pc:docMk/>
          <pc:sldMk cId="2394745519" sldId="262"/>
        </pc:sldMkLst>
        <pc:spChg chg="add mod">
          <ac:chgData name="Md. Jahid Hasan Sagor" userId="82b71407-c158-4b74-8b24-dc0c668ff15d" providerId="ADAL" clId="{3B96FC36-778E-4C20-90F8-0E92E23001EF}" dt="2024-11-20T18:33:43.284" v="1089" actId="20577"/>
          <ac:spMkLst>
            <pc:docMk/>
            <pc:sldMk cId="2394745519" sldId="262"/>
            <ac:spMk id="2" creationId="{00E87C66-075D-0E7C-B939-315603F9FD55}"/>
          </ac:spMkLst>
        </pc:spChg>
        <pc:spChg chg="add mod">
          <ac:chgData name="Md. Jahid Hasan Sagor" userId="82b71407-c158-4b74-8b24-dc0c668ff15d" providerId="ADAL" clId="{3B96FC36-778E-4C20-90F8-0E92E23001EF}" dt="2024-11-20T18:19:02.510" v="879" actId="1076"/>
          <ac:spMkLst>
            <pc:docMk/>
            <pc:sldMk cId="2394745519" sldId="262"/>
            <ac:spMk id="4" creationId="{AC514C99-275A-576F-D6A3-92BA10F717DE}"/>
          </ac:spMkLst>
        </pc:spChg>
        <pc:spChg chg="add del mod">
          <ac:chgData name="Md. Jahid Hasan Sagor" userId="82b71407-c158-4b74-8b24-dc0c668ff15d" providerId="ADAL" clId="{3B96FC36-778E-4C20-90F8-0E92E23001EF}" dt="2024-11-20T18:30:31.911" v="1064" actId="478"/>
          <ac:spMkLst>
            <pc:docMk/>
            <pc:sldMk cId="2394745519" sldId="262"/>
            <ac:spMk id="5" creationId="{1D683824-DE03-DF90-F37C-BBF39145EA94}"/>
          </ac:spMkLst>
        </pc:spChg>
        <pc:spChg chg="add del mod">
          <ac:chgData name="Md. Jahid Hasan Sagor" userId="82b71407-c158-4b74-8b24-dc0c668ff15d" providerId="ADAL" clId="{3B96FC36-778E-4C20-90F8-0E92E23001EF}" dt="2024-11-20T18:30:25.464" v="1062" actId="478"/>
          <ac:spMkLst>
            <pc:docMk/>
            <pc:sldMk cId="2394745519" sldId="262"/>
            <ac:spMk id="6" creationId="{65A078B7-D4E1-D338-5454-B6AFCE45A7F1}"/>
          </ac:spMkLst>
        </pc:spChg>
        <pc:spChg chg="add">
          <ac:chgData name="Md. Jahid Hasan Sagor" userId="82b71407-c158-4b74-8b24-dc0c668ff15d" providerId="ADAL" clId="{3B96FC36-778E-4C20-90F8-0E92E23001EF}" dt="2024-11-20T18:30:39.462" v="1065"/>
          <ac:spMkLst>
            <pc:docMk/>
            <pc:sldMk cId="2394745519" sldId="262"/>
            <ac:spMk id="7" creationId="{B8906A8C-AF31-A558-1CB9-1DB62E1F5442}"/>
          </ac:spMkLst>
        </pc:spChg>
        <pc:picChg chg="add mod">
          <ac:chgData name="Md. Jahid Hasan Sagor" userId="82b71407-c158-4b74-8b24-dc0c668ff15d" providerId="ADAL" clId="{3B96FC36-778E-4C20-90F8-0E92E23001EF}" dt="2024-11-20T18:19:04.683" v="880" actId="1076"/>
          <ac:picMkLst>
            <pc:docMk/>
            <pc:sldMk cId="2394745519" sldId="262"/>
            <ac:picMk id="3" creationId="{362CFC57-C254-3E61-83BD-504711D731CA}"/>
          </ac:picMkLst>
        </pc:picChg>
        <pc:picChg chg="del">
          <ac:chgData name="Md. Jahid Hasan Sagor" userId="82b71407-c158-4b74-8b24-dc0c668ff15d" providerId="ADAL" clId="{3B96FC36-778E-4C20-90F8-0E92E23001EF}" dt="2024-11-20T15:45:50.597" v="435" actId="478"/>
          <ac:picMkLst>
            <pc:docMk/>
            <pc:sldMk cId="2394745519" sldId="262"/>
            <ac:picMk id="5" creationId="{FCFBD9A0-C7C2-0506-9FD8-FCEEBD3D47F1}"/>
          </ac:picMkLst>
        </pc:picChg>
      </pc:sldChg>
      <pc:sldChg chg="new del">
        <pc:chgData name="Md. Jahid Hasan Sagor" userId="82b71407-c158-4b74-8b24-dc0c668ff15d" providerId="ADAL" clId="{3B96FC36-778E-4C20-90F8-0E92E23001EF}" dt="2024-11-20T15:45:36.294" v="433" actId="47"/>
        <pc:sldMkLst>
          <pc:docMk/>
          <pc:sldMk cId="3253679179" sldId="262"/>
        </pc:sldMkLst>
      </pc:sldChg>
      <pc:sldChg chg="new del">
        <pc:chgData name="Md. Jahid Hasan Sagor" userId="82b71407-c158-4b74-8b24-dc0c668ff15d" providerId="ADAL" clId="{3B96FC36-778E-4C20-90F8-0E92E23001EF}" dt="2024-11-20T15:45:35.752" v="432" actId="47"/>
        <pc:sldMkLst>
          <pc:docMk/>
          <pc:sldMk cId="1037171130" sldId="263"/>
        </pc:sldMkLst>
      </pc:sldChg>
      <pc:sldChg chg="add">
        <pc:chgData name="Md. Jahid Hasan Sagor" userId="82b71407-c158-4b74-8b24-dc0c668ff15d" providerId="ADAL" clId="{3B96FC36-778E-4C20-90F8-0E92E23001EF}" dt="2024-11-20T16:05:58.299" v="810" actId="2890"/>
        <pc:sldMkLst>
          <pc:docMk/>
          <pc:sldMk cId="2996684024" sldId="263"/>
        </pc:sldMkLst>
      </pc:sldChg>
      <pc:sldChg chg="new del">
        <pc:chgData name="Md. Jahid Hasan Sagor" userId="82b71407-c158-4b74-8b24-dc0c668ff15d" providerId="ADAL" clId="{3B96FC36-778E-4C20-90F8-0E92E23001EF}" dt="2024-11-20T15:45:35.168" v="431" actId="47"/>
        <pc:sldMkLst>
          <pc:docMk/>
          <pc:sldMk cId="2716768715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91A3-3C29-28DA-F4B8-D34C8B378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C5388-1AD3-C78C-2954-4F522DAD1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E3068-B7A1-1E42-010C-F9452347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8F46-906A-E031-B2B5-031C7700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3CF3-215C-48A3-3259-E557619C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2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3CD1-3447-A326-17C7-29F265EF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9C3C-C7A0-0030-877F-ACB9A379C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FFDBC-9436-6E82-EF05-62E44684C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28903-4FBE-5ECA-3857-BDE1D939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94FA-3CC9-070A-C50F-F5211767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6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188B-8B66-7354-5373-D2415716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2E2C6-404E-901A-6F1B-44369BDC8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41D8-2223-A15A-7C35-712DE548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BC8A-705B-C280-B02F-0E30FB35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48709-C37B-4DC0-079B-53AEC0A1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78BB-2DC2-0531-2807-95042BF1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6EAB-8E49-FC2E-85F8-192D1A969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84E0-289D-58BD-FEF0-8A29F6D80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7E483-E178-9BCE-E733-9DDA1C65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E089B-6578-D352-9A1B-88430A84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9E8C0-8DFA-F763-5D0E-D43E4600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2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4D9D-90A4-CE6E-D9C1-68918843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2DFF7-8C3A-9AED-EA29-2C046BCC1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A5023-BB98-C857-846D-3D5C7F30B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EFD1F4-D670-4C7F-7957-24136EAF4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16142-EF80-9AF9-F22B-866985A78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48E72-1789-3B09-2501-FFC20934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C18691-63FF-1F80-53C7-DBE55DF3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70428-D850-9B3D-DC18-55778EA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1ADE-DC2D-0476-6040-0F7BD455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CF931-4A68-3F1C-CAAB-6413B0E9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6DB0E-FFCB-45B7-6838-F3B0AB07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47A73-CE97-16F7-EC33-042532B0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8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A21A4-0612-4B26-7227-4517D621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744EE-D571-99D2-491C-332C439D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7ED7C-D570-568D-5996-F662C9C4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2310-5188-778E-EBC6-55008519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12E54-2AF2-3DC1-0D21-F8326014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546A0-FD3D-5AC6-F849-F10B6FEFF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8EBAB-E576-88B6-84D2-8412361E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00DEA-F01B-496C-56FD-EA9B0950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59C57-3A24-1278-8C8B-844FD343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9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9E71-0EB7-3FE1-1F0E-BC210AD86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6D704-82DF-32D5-909D-0626EE4F5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6E7D1-51B0-D366-5748-FB4248E3B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BEA86-F8F1-094B-942E-E913E899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1A571-E8C0-950C-8642-8C54C56D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75854-708D-86D2-7205-DE6DCB24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8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74C2-9A7F-646B-DB35-93632390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3D66F-A033-9781-C644-5B186CBF8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7D11-690A-4AA2-6C06-9B5E786B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901-08E1-D319-8FD8-2FF74809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1DA3-A2A9-26E7-D522-4F0E05A6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6AD35-69BA-6E59-D171-76C0B214A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C86B1-C016-C070-7445-4BEB106EF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237F5-9879-FF40-700B-288AC06F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F0E6-3724-C37A-3CFD-FA4278A2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601B4-ACC6-CD36-50F5-B55CE8C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8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298A9-B207-0F0E-39C4-A643E343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77051-29A3-6A6B-DCF4-61B289729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86AE-17CD-BF2E-EB3D-EC5487B05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11212-6B3F-4A46-B170-B36E1A4CED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103B-BD9C-A8E2-4A01-DA3875F0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2C702-5358-B2EE-40C3-BABE1103B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470C4-875B-4F76-8DF7-1BE5DBA6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7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3/1.492708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9/1.151265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87A170-EB89-90A5-A799-FAA28D184F09}"/>
              </a:ext>
            </a:extLst>
          </p:cNvPr>
          <p:cNvSpPr/>
          <p:nvPr/>
        </p:nvSpPr>
        <p:spPr>
          <a:xfrm>
            <a:off x="2440286" y="985136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200" dirty="0"/>
              <a:t>Kohn- Sham equations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C1978-27B0-96DC-2ECF-C373429DCE9C}"/>
              </a:ext>
            </a:extLst>
          </p:cNvPr>
          <p:cNvSpPr txBox="1"/>
          <p:nvPr/>
        </p:nvSpPr>
        <p:spPr>
          <a:xfrm>
            <a:off x="573956" y="1094385"/>
            <a:ext cx="16973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~System structure (0 K)</a:t>
            </a:r>
          </a:p>
          <a:p>
            <a:r>
              <a:rPr lang="en-US" sz="1100" dirty="0"/>
              <a:t>~Norm-conserving</a:t>
            </a:r>
          </a:p>
          <a:p>
            <a:r>
              <a:rPr lang="en-US" sz="1100" dirty="0"/>
              <a:t> pseudopotential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913E8-6C4D-A94A-492D-8C077771A00D}"/>
              </a:ext>
            </a:extLst>
          </p:cNvPr>
          <p:cNvSpPr txBox="1"/>
          <p:nvPr/>
        </p:nvSpPr>
        <p:spPr>
          <a:xfrm>
            <a:off x="3715051" y="903430"/>
            <a:ext cx="189368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~ground state electron density n(r)</a:t>
            </a:r>
          </a:p>
          <a:p>
            <a:r>
              <a:rPr lang="en-US" sz="1050" dirty="0"/>
              <a:t>~Kohn-Sham orbitals (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ɸ (r))</a:t>
            </a:r>
            <a:endParaRPr lang="en-US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4E87F-F99D-74E9-A794-220F09F5ECF5}"/>
              </a:ext>
            </a:extLst>
          </p:cNvPr>
          <p:cNvCxnSpPr>
            <a:cxnSpLocks/>
          </p:cNvCxnSpPr>
          <p:nvPr/>
        </p:nvCxnSpPr>
        <p:spPr>
          <a:xfrm flipV="1">
            <a:off x="3820342" y="1513433"/>
            <a:ext cx="1645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35C6CE0-440A-4A15-44E9-90B1FB909EA7}"/>
              </a:ext>
            </a:extLst>
          </p:cNvPr>
          <p:cNvSpPr/>
          <p:nvPr/>
        </p:nvSpPr>
        <p:spPr>
          <a:xfrm>
            <a:off x="4912885" y="3307482"/>
            <a:ext cx="1473080" cy="1294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200" dirty="0"/>
              <a:t>Response function derived from perturbation theory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B0B4E5-64C0-DA38-282A-248E3D060B1F}"/>
              </a:ext>
            </a:extLst>
          </p:cNvPr>
          <p:cNvCxnSpPr>
            <a:cxnSpLocks/>
          </p:cNvCxnSpPr>
          <p:nvPr/>
        </p:nvCxnSpPr>
        <p:spPr>
          <a:xfrm>
            <a:off x="6883175" y="1503112"/>
            <a:ext cx="1341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0FC871C-0ABB-9028-4EF2-7635F29F0018}"/>
              </a:ext>
            </a:extLst>
          </p:cNvPr>
          <p:cNvSpPr txBox="1"/>
          <p:nvPr/>
        </p:nvSpPr>
        <p:spPr>
          <a:xfrm>
            <a:off x="3670422" y="3368701"/>
            <a:ext cx="13391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Imaginary part of dielectric tensor (</a:t>
            </a:r>
            <a:r>
              <a:rPr lang="el-GR" sz="1100" dirty="0"/>
              <a:t>ε</a:t>
            </a:r>
            <a:r>
              <a:rPr lang="en-US" sz="11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</a:t>
            </a:r>
            <a:r>
              <a:rPr lang="en-US" sz="1100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406E02-6D1A-A432-74FC-C2A274233215}"/>
              </a:ext>
            </a:extLst>
          </p:cNvPr>
          <p:cNvSpPr/>
          <p:nvPr/>
        </p:nvSpPr>
        <p:spPr>
          <a:xfrm>
            <a:off x="1721420" y="3315718"/>
            <a:ext cx="1919336" cy="1294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 err="1"/>
              <a:t>Kramers-Kronig</a:t>
            </a:r>
            <a:r>
              <a:rPr lang="en-US" sz="1200" dirty="0"/>
              <a:t> relation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A7DE0-7463-6127-151D-E16B6E61FE6B}"/>
              </a:ext>
            </a:extLst>
          </p:cNvPr>
          <p:cNvSpPr txBox="1"/>
          <p:nvPr/>
        </p:nvSpPr>
        <p:spPr>
          <a:xfrm>
            <a:off x="-52647" y="3576544"/>
            <a:ext cx="20711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Real part of dielectric tensor (</a:t>
            </a:r>
            <a:r>
              <a:rPr lang="el-GR" sz="1050" dirty="0"/>
              <a:t>ε</a:t>
            </a:r>
            <a:r>
              <a:rPr lang="en-US" sz="10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sz="1050" dirty="0"/>
              <a:t>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ACDEDC-3264-D7B2-4594-165BDCEBBBC4}"/>
              </a:ext>
            </a:extLst>
          </p:cNvPr>
          <p:cNvSpPr/>
          <p:nvPr/>
        </p:nvSpPr>
        <p:spPr>
          <a:xfrm>
            <a:off x="5466262" y="1018059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200" dirty="0"/>
              <a:t>Density function perturbation theory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2F5930-5583-77EC-E97E-0BDAE5769714}"/>
              </a:ext>
            </a:extLst>
          </p:cNvPr>
          <p:cNvCxnSpPr>
            <a:cxnSpLocks/>
          </p:cNvCxnSpPr>
          <p:nvPr/>
        </p:nvCxnSpPr>
        <p:spPr>
          <a:xfrm>
            <a:off x="8933165" y="2089890"/>
            <a:ext cx="0" cy="1179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47E9E26-EF48-5954-5F5E-65E22DB8B0DD}"/>
              </a:ext>
            </a:extLst>
          </p:cNvPr>
          <p:cNvSpPr txBox="1"/>
          <p:nvPr/>
        </p:nvSpPr>
        <p:spPr>
          <a:xfrm>
            <a:off x="6779550" y="1244240"/>
            <a:ext cx="18936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Force constants at 0 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ECFC96-AE14-3ACD-80C5-59A0D0FBF0BB}"/>
              </a:ext>
            </a:extLst>
          </p:cNvPr>
          <p:cNvSpPr/>
          <p:nvPr/>
        </p:nvSpPr>
        <p:spPr>
          <a:xfrm>
            <a:off x="8277525" y="1018059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200" dirty="0"/>
              <a:t>Special displacement Method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18B6BF-E3D5-CA14-CAF0-72FAFF40B1E0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6417895" y="3963042"/>
            <a:ext cx="1750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B5D3456-5490-1460-B7B4-9A3713C8E8FA}"/>
              </a:ext>
            </a:extLst>
          </p:cNvPr>
          <p:cNvSpPr txBox="1"/>
          <p:nvPr/>
        </p:nvSpPr>
        <p:spPr>
          <a:xfrm rot="16200000">
            <a:off x="8021384" y="2465475"/>
            <a:ext cx="13037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Atomic positions at finite temperature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6AD8AB-05AB-B977-834E-DAA5644C7D63}"/>
              </a:ext>
            </a:extLst>
          </p:cNvPr>
          <p:cNvSpPr/>
          <p:nvPr/>
        </p:nvSpPr>
        <p:spPr>
          <a:xfrm>
            <a:off x="10623135" y="1002556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r>
              <a:rPr lang="en-US" sz="1200" dirty="0"/>
              <a:t>Car-</a:t>
            </a:r>
            <a:r>
              <a:rPr lang="en-US" sz="1200" dirty="0" err="1"/>
              <a:t>Parrinello</a:t>
            </a:r>
            <a:r>
              <a:rPr lang="en-US" sz="1200" dirty="0"/>
              <a:t> Molecular Dynamics (CPMD)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0C665C-9513-881F-6A83-BC075EB1D833}"/>
              </a:ext>
            </a:extLst>
          </p:cNvPr>
          <p:cNvSpPr/>
          <p:nvPr/>
        </p:nvSpPr>
        <p:spPr>
          <a:xfrm>
            <a:off x="8168087" y="3315719"/>
            <a:ext cx="1473080" cy="1294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200" dirty="0"/>
              <a:t>Kohn- Sham equations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436F71-F318-4D4A-B243-288867AC25CC}"/>
              </a:ext>
            </a:extLst>
          </p:cNvPr>
          <p:cNvCxnSpPr>
            <a:cxnSpLocks/>
          </p:cNvCxnSpPr>
          <p:nvPr/>
        </p:nvCxnSpPr>
        <p:spPr>
          <a:xfrm>
            <a:off x="11276749" y="2008808"/>
            <a:ext cx="0" cy="612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637BEF-610F-EF9C-99AE-958D91A4D8E0}"/>
              </a:ext>
            </a:extLst>
          </p:cNvPr>
          <p:cNvCxnSpPr>
            <a:cxnSpLocks/>
          </p:cNvCxnSpPr>
          <p:nvPr/>
        </p:nvCxnSpPr>
        <p:spPr>
          <a:xfrm flipH="1">
            <a:off x="8933165" y="2576268"/>
            <a:ext cx="2341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F6D5862-43EB-BE85-3F0E-9F16A3A1CD87}"/>
              </a:ext>
            </a:extLst>
          </p:cNvPr>
          <p:cNvSpPr txBox="1"/>
          <p:nvPr/>
        </p:nvSpPr>
        <p:spPr>
          <a:xfrm>
            <a:off x="9665670" y="2099449"/>
            <a:ext cx="19827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Lattice constant at finite temperature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C294F6-BA2E-0421-5078-829B98E8193D}"/>
              </a:ext>
            </a:extLst>
          </p:cNvPr>
          <p:cNvSpPr txBox="1"/>
          <p:nvPr/>
        </p:nvSpPr>
        <p:spPr>
          <a:xfrm>
            <a:off x="6467805" y="3517953"/>
            <a:ext cx="18936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~electron density n(r)</a:t>
            </a:r>
          </a:p>
          <a:p>
            <a:r>
              <a:rPr lang="en-US" sz="1050" dirty="0"/>
              <a:t>~Kohn-Sham orbitals (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ɸ (r))</a:t>
            </a:r>
            <a:endParaRPr lang="en-US" sz="105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38077E2-AE7D-85EE-8FB1-36EDDF326121}"/>
              </a:ext>
            </a:extLst>
          </p:cNvPr>
          <p:cNvCxnSpPr>
            <a:cxnSpLocks/>
          </p:cNvCxnSpPr>
          <p:nvPr/>
        </p:nvCxnSpPr>
        <p:spPr>
          <a:xfrm flipH="1">
            <a:off x="3640756" y="3985164"/>
            <a:ext cx="1210932" cy="13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AF163-C14E-8B3D-5EB1-5E8B44B29ACE}"/>
              </a:ext>
            </a:extLst>
          </p:cNvPr>
          <p:cNvCxnSpPr>
            <a:cxnSpLocks/>
          </p:cNvCxnSpPr>
          <p:nvPr/>
        </p:nvCxnSpPr>
        <p:spPr>
          <a:xfrm flipV="1">
            <a:off x="1846908" y="1362986"/>
            <a:ext cx="5933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67AC528A-0383-EE02-0172-EAC79AA72DC8}"/>
              </a:ext>
            </a:extLst>
          </p:cNvPr>
          <p:cNvSpPr/>
          <p:nvPr/>
        </p:nvSpPr>
        <p:spPr>
          <a:xfrm>
            <a:off x="2566026" y="482951"/>
            <a:ext cx="1303703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PWscf</a:t>
            </a:r>
            <a:r>
              <a:rPr lang="en-US" sz="1100" dirty="0"/>
              <a:t> package (</a:t>
            </a:r>
            <a:r>
              <a:rPr lang="en-US" sz="1100" dirty="0" err="1"/>
              <a:t>pw.x</a:t>
            </a:r>
            <a:r>
              <a:rPr lang="en-US" sz="1100" dirty="0"/>
              <a:t> executable)</a:t>
            </a:r>
          </a:p>
        </p:txBody>
      </p:sp>
      <p:sp>
        <p:nvSpPr>
          <p:cNvPr id="65" name="Arrow: Pentagon 64">
            <a:extLst>
              <a:ext uri="{FF2B5EF4-FFF2-40B4-BE49-F238E27FC236}">
                <a16:creationId xmlns:a16="http://schemas.microsoft.com/office/drawing/2014/main" id="{853FC59C-63CD-68DA-EC4E-B2CA07993246}"/>
              </a:ext>
            </a:extLst>
          </p:cNvPr>
          <p:cNvSpPr/>
          <p:nvPr/>
        </p:nvSpPr>
        <p:spPr>
          <a:xfrm>
            <a:off x="5461790" y="509384"/>
            <a:ext cx="1578797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PHonon</a:t>
            </a:r>
            <a:r>
              <a:rPr lang="en-US" sz="1100" dirty="0"/>
              <a:t> package (</a:t>
            </a:r>
            <a:r>
              <a:rPr lang="en-US" sz="1100" dirty="0" err="1"/>
              <a:t>ph.x</a:t>
            </a:r>
            <a:r>
              <a:rPr lang="en-US" sz="1100" dirty="0"/>
              <a:t>, q2r.x,matdyn.x executables)</a:t>
            </a:r>
          </a:p>
        </p:txBody>
      </p:sp>
      <p:sp>
        <p:nvSpPr>
          <p:cNvPr id="66" name="Arrow: Pentagon 65">
            <a:extLst>
              <a:ext uri="{FF2B5EF4-FFF2-40B4-BE49-F238E27FC236}">
                <a16:creationId xmlns:a16="http://schemas.microsoft.com/office/drawing/2014/main" id="{E18ABA68-6DBD-C4C7-9E2D-F5A8EF9FF90B}"/>
              </a:ext>
            </a:extLst>
          </p:cNvPr>
          <p:cNvSpPr/>
          <p:nvPr/>
        </p:nvSpPr>
        <p:spPr>
          <a:xfrm>
            <a:off x="8277525" y="508207"/>
            <a:ext cx="1388145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EPW package (</a:t>
            </a:r>
            <a:r>
              <a:rPr lang="en-US" sz="1100" dirty="0" err="1"/>
              <a:t>ZG.x</a:t>
            </a:r>
            <a:r>
              <a:rPr lang="en-US" sz="1100" dirty="0"/>
              <a:t> executable)</a:t>
            </a:r>
          </a:p>
        </p:txBody>
      </p: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6F31E6E6-F64B-A032-ECE8-C1FD19C6AC5A}"/>
              </a:ext>
            </a:extLst>
          </p:cNvPr>
          <p:cNvSpPr/>
          <p:nvPr/>
        </p:nvSpPr>
        <p:spPr>
          <a:xfrm>
            <a:off x="10623135" y="508207"/>
            <a:ext cx="1568865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CP package </a:t>
            </a:r>
          </a:p>
          <a:p>
            <a:pPr algn="ctr"/>
            <a:r>
              <a:rPr lang="en-US" sz="1100" dirty="0"/>
              <a:t>(</a:t>
            </a:r>
            <a:r>
              <a:rPr lang="en-US" sz="1100" dirty="0" err="1"/>
              <a:t>cp.x</a:t>
            </a:r>
            <a:r>
              <a:rPr lang="en-US" sz="1100" dirty="0"/>
              <a:t> executable)</a:t>
            </a:r>
          </a:p>
        </p:txBody>
      </p:sp>
      <p:sp>
        <p:nvSpPr>
          <p:cNvPr id="68" name="Arrow: Pentagon 67">
            <a:extLst>
              <a:ext uri="{FF2B5EF4-FFF2-40B4-BE49-F238E27FC236}">
                <a16:creationId xmlns:a16="http://schemas.microsoft.com/office/drawing/2014/main" id="{404598F7-4E2D-AFCC-A332-B1CD9458FFDB}"/>
              </a:ext>
            </a:extLst>
          </p:cNvPr>
          <p:cNvSpPr/>
          <p:nvPr/>
        </p:nvSpPr>
        <p:spPr>
          <a:xfrm>
            <a:off x="8327278" y="4628240"/>
            <a:ext cx="1303703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PWscf</a:t>
            </a:r>
            <a:r>
              <a:rPr lang="en-US" sz="1100" dirty="0"/>
              <a:t> package (</a:t>
            </a:r>
            <a:r>
              <a:rPr lang="en-US" sz="1100" dirty="0" err="1"/>
              <a:t>pw.x</a:t>
            </a:r>
            <a:r>
              <a:rPr lang="en-US" sz="1100" dirty="0"/>
              <a:t> executable)</a:t>
            </a:r>
          </a:p>
        </p:txBody>
      </p:sp>
      <p:sp>
        <p:nvSpPr>
          <p:cNvPr id="69" name="Arrow: Pentagon 68">
            <a:extLst>
              <a:ext uri="{FF2B5EF4-FFF2-40B4-BE49-F238E27FC236}">
                <a16:creationId xmlns:a16="http://schemas.microsoft.com/office/drawing/2014/main" id="{87BAE79A-A078-1F91-D2B3-F8E46479CBBF}"/>
              </a:ext>
            </a:extLst>
          </p:cNvPr>
          <p:cNvSpPr/>
          <p:nvPr/>
        </p:nvSpPr>
        <p:spPr>
          <a:xfrm>
            <a:off x="3358190" y="2822850"/>
            <a:ext cx="2103600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EPW package (</a:t>
            </a:r>
            <a:r>
              <a:rPr lang="en-US" sz="1100" dirty="0" err="1"/>
              <a:t>epsilonGaus.x</a:t>
            </a:r>
            <a:r>
              <a:rPr lang="en-US" sz="1100" dirty="0"/>
              <a:t> executable)</a:t>
            </a:r>
          </a:p>
        </p:txBody>
      </p:sp>
    </p:spTree>
    <p:extLst>
      <p:ext uri="{BB962C8B-B14F-4D97-AF65-F5344CB8AC3E}">
        <p14:creationId xmlns:p14="http://schemas.microsoft.com/office/powerpoint/2010/main" val="323663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0D49-98D9-1B24-0A7B-3C2850D0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876EB-7AC1-F74F-A690-6BF10BB84B08}"/>
              </a:ext>
            </a:extLst>
          </p:cNvPr>
          <p:cNvSpPr/>
          <p:nvPr/>
        </p:nvSpPr>
        <p:spPr>
          <a:xfrm>
            <a:off x="2440286" y="985136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Kohn- Sham equations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25D11-00B7-B72C-553D-E06F0282399C}"/>
              </a:ext>
            </a:extLst>
          </p:cNvPr>
          <p:cNvSpPr txBox="1"/>
          <p:nvPr/>
        </p:nvSpPr>
        <p:spPr>
          <a:xfrm>
            <a:off x="470158" y="986017"/>
            <a:ext cx="1931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~NC/Ultrasoft pseudopotential</a:t>
            </a:r>
          </a:p>
          <a:p>
            <a:r>
              <a:rPr lang="en-US" sz="1100" dirty="0"/>
              <a:t>~Atomic positions (equilibrium)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3C6A3-77E6-3521-4A22-FC39950FEDAD}"/>
              </a:ext>
            </a:extLst>
          </p:cNvPr>
          <p:cNvSpPr txBox="1"/>
          <p:nvPr/>
        </p:nvSpPr>
        <p:spPr>
          <a:xfrm>
            <a:off x="3715051" y="903430"/>
            <a:ext cx="189368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~ground state electron density n(r)</a:t>
            </a:r>
          </a:p>
          <a:p>
            <a:r>
              <a:rPr lang="en-US" sz="1050" dirty="0"/>
              <a:t>~Kohn-Sham orbitals (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ɸ (r))</a:t>
            </a:r>
            <a:endParaRPr lang="en-US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425CB4-F8D9-FA14-BC81-65D3E65FE1D9}"/>
              </a:ext>
            </a:extLst>
          </p:cNvPr>
          <p:cNvCxnSpPr>
            <a:cxnSpLocks/>
          </p:cNvCxnSpPr>
          <p:nvPr/>
        </p:nvCxnSpPr>
        <p:spPr>
          <a:xfrm flipV="1">
            <a:off x="3820342" y="1513433"/>
            <a:ext cx="1645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C2DC42-2C27-AA99-3AB5-29A9050EDFE1}"/>
              </a:ext>
            </a:extLst>
          </p:cNvPr>
          <p:cNvCxnSpPr>
            <a:cxnSpLocks/>
          </p:cNvCxnSpPr>
          <p:nvPr/>
        </p:nvCxnSpPr>
        <p:spPr>
          <a:xfrm>
            <a:off x="6883175" y="1503112"/>
            <a:ext cx="1341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83DC57B-33AE-E3F3-D45F-52DFAEB3F665}"/>
              </a:ext>
            </a:extLst>
          </p:cNvPr>
          <p:cNvSpPr/>
          <p:nvPr/>
        </p:nvSpPr>
        <p:spPr>
          <a:xfrm>
            <a:off x="5466262" y="1018059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Density function perturbation theory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093278-9C2C-3664-4CBE-63FDB5983C7F}"/>
              </a:ext>
            </a:extLst>
          </p:cNvPr>
          <p:cNvCxnSpPr>
            <a:cxnSpLocks/>
          </p:cNvCxnSpPr>
          <p:nvPr/>
        </p:nvCxnSpPr>
        <p:spPr>
          <a:xfrm>
            <a:off x="8933165" y="2089890"/>
            <a:ext cx="0" cy="1179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F9E189B-519E-59CB-3616-CC38DCBD9335}"/>
              </a:ext>
            </a:extLst>
          </p:cNvPr>
          <p:cNvSpPr txBox="1"/>
          <p:nvPr/>
        </p:nvSpPr>
        <p:spPr>
          <a:xfrm>
            <a:off x="6779550" y="1244240"/>
            <a:ext cx="18936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Force constants at 0 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108666-C74F-6F45-972E-22FA3ACF5C15}"/>
              </a:ext>
            </a:extLst>
          </p:cNvPr>
          <p:cNvSpPr/>
          <p:nvPr/>
        </p:nvSpPr>
        <p:spPr>
          <a:xfrm>
            <a:off x="8277525" y="1018059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Special displacement Method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256F9F-9412-BE9F-38E1-3289C31E3CAE}"/>
              </a:ext>
            </a:extLst>
          </p:cNvPr>
          <p:cNvSpPr txBox="1"/>
          <p:nvPr/>
        </p:nvSpPr>
        <p:spPr>
          <a:xfrm rot="16200000">
            <a:off x="8021384" y="2465475"/>
            <a:ext cx="13037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Atomic positions at finite temperature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6415B3-47E0-0791-E132-D844979D4680}"/>
              </a:ext>
            </a:extLst>
          </p:cNvPr>
          <p:cNvSpPr/>
          <p:nvPr/>
        </p:nvSpPr>
        <p:spPr>
          <a:xfrm>
            <a:off x="967597" y="2034961"/>
            <a:ext cx="1303703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Car-</a:t>
            </a:r>
            <a:r>
              <a:rPr lang="en-US" sz="1200" dirty="0" err="1"/>
              <a:t>Parrinello</a:t>
            </a:r>
            <a:r>
              <a:rPr lang="en-US" sz="1200" dirty="0"/>
              <a:t> Molecular Dynamics (CPMD)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820FC9-B380-09F9-B5CA-E22269EE58EB}"/>
              </a:ext>
            </a:extLst>
          </p:cNvPr>
          <p:cNvSpPr/>
          <p:nvPr/>
        </p:nvSpPr>
        <p:spPr>
          <a:xfrm>
            <a:off x="8168087" y="3315719"/>
            <a:ext cx="1473080" cy="1294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Kohn- Sham equations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1031AE1-35C4-7870-04EB-C0F0A41DD6C8}"/>
              </a:ext>
            </a:extLst>
          </p:cNvPr>
          <p:cNvCxnSpPr>
            <a:cxnSpLocks/>
          </p:cNvCxnSpPr>
          <p:nvPr/>
        </p:nvCxnSpPr>
        <p:spPr>
          <a:xfrm flipH="1">
            <a:off x="461727" y="2530335"/>
            <a:ext cx="5058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8F1E32-244D-FB11-B543-696A2B427919}"/>
              </a:ext>
            </a:extLst>
          </p:cNvPr>
          <p:cNvCxnSpPr>
            <a:cxnSpLocks/>
          </p:cNvCxnSpPr>
          <p:nvPr/>
        </p:nvCxnSpPr>
        <p:spPr>
          <a:xfrm flipV="1">
            <a:off x="121984" y="1244240"/>
            <a:ext cx="0" cy="764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5F796F9-0E64-B2B9-40AB-AC104754689F}"/>
              </a:ext>
            </a:extLst>
          </p:cNvPr>
          <p:cNvSpPr txBox="1"/>
          <p:nvPr/>
        </p:nvSpPr>
        <p:spPr>
          <a:xfrm rot="5400000">
            <a:off x="-652009" y="2617128"/>
            <a:ext cx="19827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Lattice constant at finite temperature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2150D7A-E881-ED5A-CE84-B3F7E1977A61}"/>
              </a:ext>
            </a:extLst>
          </p:cNvPr>
          <p:cNvCxnSpPr>
            <a:cxnSpLocks/>
          </p:cNvCxnSpPr>
          <p:nvPr/>
        </p:nvCxnSpPr>
        <p:spPr>
          <a:xfrm flipV="1">
            <a:off x="1846908" y="1362986"/>
            <a:ext cx="5933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CEDE6397-AC29-8317-6F74-5037F4559D51}"/>
              </a:ext>
            </a:extLst>
          </p:cNvPr>
          <p:cNvSpPr/>
          <p:nvPr/>
        </p:nvSpPr>
        <p:spPr>
          <a:xfrm>
            <a:off x="2566026" y="482951"/>
            <a:ext cx="1303703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PWscf</a:t>
            </a:r>
            <a:r>
              <a:rPr lang="en-US" sz="1100" dirty="0"/>
              <a:t> package (</a:t>
            </a:r>
            <a:r>
              <a:rPr lang="en-US" sz="1100" dirty="0" err="1"/>
              <a:t>pw.x</a:t>
            </a:r>
            <a:r>
              <a:rPr lang="en-US" sz="1100" dirty="0"/>
              <a:t> executable)</a:t>
            </a:r>
          </a:p>
        </p:txBody>
      </p:sp>
      <p:sp>
        <p:nvSpPr>
          <p:cNvPr id="65" name="Arrow: Pentagon 64">
            <a:extLst>
              <a:ext uri="{FF2B5EF4-FFF2-40B4-BE49-F238E27FC236}">
                <a16:creationId xmlns:a16="http://schemas.microsoft.com/office/drawing/2014/main" id="{AB072236-87F1-1655-E807-F2D03236B8A2}"/>
              </a:ext>
            </a:extLst>
          </p:cNvPr>
          <p:cNvSpPr/>
          <p:nvPr/>
        </p:nvSpPr>
        <p:spPr>
          <a:xfrm>
            <a:off x="5461790" y="509384"/>
            <a:ext cx="1578797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PHonon</a:t>
            </a:r>
            <a:r>
              <a:rPr lang="en-US" sz="1100" dirty="0"/>
              <a:t> package (</a:t>
            </a:r>
            <a:r>
              <a:rPr lang="en-US" sz="1100" dirty="0" err="1"/>
              <a:t>ph.x</a:t>
            </a:r>
            <a:r>
              <a:rPr lang="en-US" sz="1100" dirty="0"/>
              <a:t>, q2r.x,matdyn.x executables)</a:t>
            </a:r>
          </a:p>
        </p:txBody>
      </p:sp>
      <p:sp>
        <p:nvSpPr>
          <p:cNvPr id="66" name="Arrow: Pentagon 65">
            <a:extLst>
              <a:ext uri="{FF2B5EF4-FFF2-40B4-BE49-F238E27FC236}">
                <a16:creationId xmlns:a16="http://schemas.microsoft.com/office/drawing/2014/main" id="{E3C4E536-A7D2-420A-26FB-D8A30AF8B871}"/>
              </a:ext>
            </a:extLst>
          </p:cNvPr>
          <p:cNvSpPr/>
          <p:nvPr/>
        </p:nvSpPr>
        <p:spPr>
          <a:xfrm>
            <a:off x="8277525" y="508207"/>
            <a:ext cx="1388145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EPW package (</a:t>
            </a:r>
            <a:r>
              <a:rPr lang="en-US" sz="1100" dirty="0" err="1"/>
              <a:t>ZG.x</a:t>
            </a:r>
            <a:r>
              <a:rPr lang="en-US" sz="1100" dirty="0"/>
              <a:t> executable)</a:t>
            </a:r>
          </a:p>
        </p:txBody>
      </p: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3BA6262D-AE57-7C03-2BCF-724D7FE3DF6C}"/>
              </a:ext>
            </a:extLst>
          </p:cNvPr>
          <p:cNvSpPr/>
          <p:nvPr/>
        </p:nvSpPr>
        <p:spPr>
          <a:xfrm>
            <a:off x="967597" y="3035976"/>
            <a:ext cx="1568865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CP package </a:t>
            </a:r>
          </a:p>
          <a:p>
            <a:pPr algn="ctr"/>
            <a:r>
              <a:rPr lang="en-US" sz="1100" dirty="0"/>
              <a:t>(</a:t>
            </a:r>
            <a:r>
              <a:rPr lang="en-US" sz="1100" dirty="0" err="1"/>
              <a:t>cp.x</a:t>
            </a:r>
            <a:r>
              <a:rPr lang="en-US" sz="1100" dirty="0"/>
              <a:t> executable)</a:t>
            </a:r>
          </a:p>
        </p:txBody>
      </p:sp>
      <p:sp>
        <p:nvSpPr>
          <p:cNvPr id="68" name="Arrow: Pentagon 67">
            <a:extLst>
              <a:ext uri="{FF2B5EF4-FFF2-40B4-BE49-F238E27FC236}">
                <a16:creationId xmlns:a16="http://schemas.microsoft.com/office/drawing/2014/main" id="{5263BE88-6D57-384D-1C1D-5BA488854EEC}"/>
              </a:ext>
            </a:extLst>
          </p:cNvPr>
          <p:cNvSpPr/>
          <p:nvPr/>
        </p:nvSpPr>
        <p:spPr>
          <a:xfrm>
            <a:off x="8327278" y="4628240"/>
            <a:ext cx="1303703" cy="4846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PWscf</a:t>
            </a:r>
            <a:r>
              <a:rPr lang="en-US" sz="1100" dirty="0"/>
              <a:t> package (</a:t>
            </a:r>
            <a:r>
              <a:rPr lang="en-US" sz="1100" dirty="0" err="1"/>
              <a:t>pw.x</a:t>
            </a:r>
            <a:r>
              <a:rPr lang="en-US" sz="1100" dirty="0"/>
              <a:t> executable)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41211F-742E-7722-9B91-5D12536D40CA}"/>
              </a:ext>
            </a:extLst>
          </p:cNvPr>
          <p:cNvCxnSpPr>
            <a:cxnSpLocks/>
          </p:cNvCxnSpPr>
          <p:nvPr/>
        </p:nvCxnSpPr>
        <p:spPr>
          <a:xfrm>
            <a:off x="121984" y="1244240"/>
            <a:ext cx="3397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942540-630D-3F92-07BD-EDAB4E0D3DA5}"/>
              </a:ext>
            </a:extLst>
          </p:cNvPr>
          <p:cNvCxnSpPr>
            <a:cxnSpLocks/>
          </p:cNvCxnSpPr>
          <p:nvPr/>
        </p:nvCxnSpPr>
        <p:spPr>
          <a:xfrm flipH="1">
            <a:off x="6779550" y="3948300"/>
            <a:ext cx="1319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593C5AA-DFA5-5AD0-4B1D-8B5C0E1DD935}"/>
              </a:ext>
            </a:extLst>
          </p:cNvPr>
          <p:cNvSpPr/>
          <p:nvPr/>
        </p:nvSpPr>
        <p:spPr>
          <a:xfrm>
            <a:off x="4273236" y="3520608"/>
            <a:ext cx="2492257" cy="990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Temperature dependent band gap</a:t>
            </a:r>
          </a:p>
          <a:p>
            <a:r>
              <a:rPr lang="en-US" sz="1200" dirty="0"/>
              <a:t>(</a:t>
            </a:r>
            <a:r>
              <a:rPr lang="en-US" sz="1200" dirty="0" err="1"/>
              <a:t>Eqn</a:t>
            </a:r>
            <a:r>
              <a:rPr lang="en-US" sz="1200" dirty="0"/>
              <a:t> 16)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4C8946-3921-CE72-54FA-863E8D8BA7A0}"/>
              </a:ext>
            </a:extLst>
          </p:cNvPr>
          <p:cNvSpPr/>
          <p:nvPr/>
        </p:nvSpPr>
        <p:spPr>
          <a:xfrm>
            <a:off x="425481" y="755745"/>
            <a:ext cx="1845819" cy="24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Equilibrium System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9FE449-64DE-8B82-30E5-565583966BC6}"/>
              </a:ext>
            </a:extLst>
          </p:cNvPr>
          <p:cNvSpPr/>
          <p:nvPr/>
        </p:nvSpPr>
        <p:spPr>
          <a:xfrm>
            <a:off x="9088139" y="2523010"/>
            <a:ext cx="1845819" cy="24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System at finite K</a:t>
            </a:r>
          </a:p>
        </p:txBody>
      </p:sp>
    </p:spTree>
    <p:extLst>
      <p:ext uri="{BB962C8B-B14F-4D97-AF65-F5344CB8AC3E}">
        <p14:creationId xmlns:p14="http://schemas.microsoft.com/office/powerpoint/2010/main" val="328872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85EE-B41C-183C-9101-77E8480C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D059E1-424E-C5EB-1755-597908756C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02"/>
          <a:stretch/>
        </p:blipFill>
        <p:spPr>
          <a:xfrm>
            <a:off x="2882248" y="1901227"/>
            <a:ext cx="6192114" cy="1965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809B2C-06D7-D881-E05E-60A6682F7E12}"/>
              </a:ext>
            </a:extLst>
          </p:cNvPr>
          <p:cNvSpPr txBox="1"/>
          <p:nvPr/>
        </p:nvSpPr>
        <p:spPr>
          <a:xfrm>
            <a:off x="3739081" y="1448555"/>
            <a:ext cx="491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Equilibrium: Indirect band gap: 0.454621 eV</a:t>
            </a:r>
          </a:p>
        </p:txBody>
      </p:sp>
    </p:spTree>
    <p:extLst>
      <p:ext uri="{BB962C8B-B14F-4D97-AF65-F5344CB8AC3E}">
        <p14:creationId xmlns:p14="http://schemas.microsoft.com/office/powerpoint/2010/main" val="299668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071893-0AC2-2D9D-B65B-8BE76CB2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649"/>
          <a:stretch/>
        </p:blipFill>
        <p:spPr>
          <a:xfrm>
            <a:off x="2785531" y="2281472"/>
            <a:ext cx="6258798" cy="1755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935DA3-D6A1-FC67-D7F4-FC13DCB2174E}"/>
              </a:ext>
            </a:extLst>
          </p:cNvPr>
          <p:cNvSpPr txBox="1"/>
          <p:nvPr/>
        </p:nvSpPr>
        <p:spPr>
          <a:xfrm>
            <a:off x="4128297" y="1713475"/>
            <a:ext cx="491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K: Indirect band gap: 0.392867 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F8799-768A-61E3-E1EC-9DFA62A1EC06}"/>
              </a:ext>
            </a:extLst>
          </p:cNvPr>
          <p:cNvSpPr txBox="1"/>
          <p:nvPr/>
        </p:nvSpPr>
        <p:spPr>
          <a:xfrm>
            <a:off x="2107948" y="4434689"/>
            <a:ext cx="883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Zero-point renormalization (ZPR) at 0 K: (0.454621- 0.392867) eV =0.061754 eV ~ 62 </a:t>
            </a:r>
            <a:r>
              <a:rPr lang="en-US" dirty="0" err="1"/>
              <a:t>meV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16682-063B-952E-3688-625F6282965E}"/>
              </a:ext>
            </a:extLst>
          </p:cNvPr>
          <p:cNvSpPr txBox="1"/>
          <p:nvPr/>
        </p:nvSpPr>
        <p:spPr>
          <a:xfrm>
            <a:off x="3253965" y="4878185"/>
            <a:ext cx="8837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66CC"/>
                </a:solidFill>
                <a:effectLst/>
                <a:latin typeface="Helvetica" panose="020B0604020202020204" pitchFamily="34" charset="0"/>
                <a:hlinkClick r:id="rId3"/>
              </a:rPr>
              <a:t>https://doi.org/10.1063/1.4927081</a:t>
            </a:r>
            <a:endParaRPr lang="en-US" b="0" i="0" u="none" strike="noStrike" dirty="0">
              <a:solidFill>
                <a:srgbClr val="0066CC"/>
              </a:solidFill>
              <a:effectLst/>
              <a:latin typeface="Helvetica" panose="020B0604020202020204" pitchFamily="34" charset="0"/>
            </a:endParaRPr>
          </a:p>
          <a:p>
            <a:r>
              <a:rPr lang="en-US" dirty="0">
                <a:solidFill>
                  <a:srgbClr val="0066CC"/>
                </a:solidFill>
                <a:latin typeface="Helvetica" panose="020B0604020202020204" pitchFamily="34" charset="0"/>
              </a:rPr>
              <a:t>See table 6, Experimental ZPR at 0K: 62 </a:t>
            </a:r>
            <a:r>
              <a:rPr lang="en-US" dirty="0" err="1">
                <a:solidFill>
                  <a:srgbClr val="0066CC"/>
                </a:solidFill>
                <a:latin typeface="Helvetica" panose="020B0604020202020204" pitchFamily="34" charset="0"/>
              </a:rPr>
              <a:t>meV</a:t>
            </a:r>
            <a:r>
              <a:rPr lang="en-US" dirty="0">
                <a:solidFill>
                  <a:srgbClr val="0066CC"/>
                </a:solidFill>
                <a:latin typeface="Helvetica" panose="020B0604020202020204" pitchFamily="34" charset="0"/>
              </a:rPr>
              <a:t> (Perfect match)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0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EBCA-9262-0E68-5DC3-5C2E173A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CFC57-C254-3E61-83BD-504711D7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763" y="984968"/>
            <a:ext cx="5344271" cy="1743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514C99-275A-576F-D6A3-92BA10F717DE}"/>
              </a:ext>
            </a:extLst>
          </p:cNvPr>
          <p:cNvSpPr txBox="1"/>
          <p:nvPr/>
        </p:nvSpPr>
        <p:spPr>
          <a:xfrm>
            <a:off x="3739081" y="615636"/>
            <a:ext cx="491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300 K: Indirect band gap: 0.360446 eV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E87C66-075D-0E7C-B939-315603F9FD55}"/>
              </a:ext>
            </a:extLst>
          </p:cNvPr>
          <p:cNvSpPr txBox="1"/>
          <p:nvPr/>
        </p:nvSpPr>
        <p:spPr>
          <a:xfrm>
            <a:off x="1819747" y="2898969"/>
            <a:ext cx="92073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Silicon:</a:t>
            </a:r>
          </a:p>
          <a:p>
            <a:r>
              <a:rPr lang="en-US" dirty="0"/>
              <a:t>1 </a:t>
            </a:r>
            <a:r>
              <a:rPr lang="en-US" b="0" i="0" u="none" strike="noStrike" dirty="0">
                <a:solidFill>
                  <a:srgbClr val="0066CC"/>
                </a:solidFill>
                <a:effectLst/>
                <a:latin typeface="Helvetica" panose="020B0604020202020204" pitchFamily="34" charset="0"/>
                <a:hlinkClick r:id="rId3"/>
              </a:rPr>
              <a:t>https://doi.org/10.1119/1.1512658</a:t>
            </a:r>
            <a:endParaRPr lang="en-US" b="0" i="0" u="none" strike="noStrike" dirty="0">
              <a:solidFill>
                <a:srgbClr val="0066CC"/>
              </a:solidFill>
              <a:effectLst/>
              <a:latin typeface="Helvetica" panose="020B0604020202020204" pitchFamily="34" charset="0"/>
            </a:endParaRP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Helvetica Neue"/>
              </a:rPr>
              <a:t>2 Simple measurement of the band gap in silicon and germanium(American Journal of Physics, Volume 48, Issue 3, pp. 197-199 (1980).)</a:t>
            </a:r>
          </a:p>
          <a:p>
            <a:endParaRPr lang="en-US" dirty="0"/>
          </a:p>
          <a:p>
            <a:r>
              <a:rPr lang="en-US" dirty="0"/>
              <a:t>(other study 1) </a:t>
            </a:r>
            <a:r>
              <a:rPr lang="en-US" dirty="0" err="1"/>
              <a:t>Eg</a:t>
            </a:r>
            <a:r>
              <a:rPr lang="en-US" dirty="0"/>
              <a:t> (0 K) = 1.16 eV, </a:t>
            </a:r>
            <a:r>
              <a:rPr lang="en-US" dirty="0" err="1"/>
              <a:t>Eg</a:t>
            </a:r>
            <a:r>
              <a:rPr lang="en-US" dirty="0"/>
              <a:t> (300 K) = 1.12 eV</a:t>
            </a:r>
          </a:p>
          <a:p>
            <a:r>
              <a:rPr lang="en-US" dirty="0"/>
              <a:t>(Present study) </a:t>
            </a:r>
            <a:r>
              <a:rPr lang="en-US" dirty="0" err="1"/>
              <a:t>Eg</a:t>
            </a:r>
            <a:r>
              <a:rPr lang="en-US" dirty="0"/>
              <a:t> (0 K) = 0.392867 eV, </a:t>
            </a:r>
            <a:r>
              <a:rPr lang="en-US" dirty="0" err="1"/>
              <a:t>Eg</a:t>
            </a:r>
            <a:r>
              <a:rPr lang="en-US" dirty="0"/>
              <a:t> (300 K) = 0.360446 eV</a:t>
            </a:r>
          </a:p>
          <a:p>
            <a:r>
              <a:rPr lang="en-US" dirty="0"/>
              <a:t>Apply rigid shift of 0.767133 eV,</a:t>
            </a:r>
          </a:p>
          <a:p>
            <a:r>
              <a:rPr lang="en-US" dirty="0"/>
              <a:t>(Present study) </a:t>
            </a:r>
            <a:r>
              <a:rPr lang="en-US" dirty="0" err="1"/>
              <a:t>Eg</a:t>
            </a:r>
            <a:r>
              <a:rPr lang="en-US" dirty="0"/>
              <a:t> (0 K) = 1.16 eV, </a:t>
            </a:r>
            <a:r>
              <a:rPr lang="en-US" dirty="0" err="1"/>
              <a:t>Eg</a:t>
            </a:r>
            <a:r>
              <a:rPr lang="en-US" dirty="0"/>
              <a:t> (300 K) = 1.127579 eV</a:t>
            </a:r>
          </a:p>
          <a:p>
            <a:endParaRPr lang="en-US" dirty="0"/>
          </a:p>
          <a:p>
            <a:r>
              <a:rPr lang="en-US" dirty="0"/>
              <a:t>(other study 1) </a:t>
            </a:r>
            <a:r>
              <a:rPr lang="en-US" dirty="0" err="1"/>
              <a:t>Eg</a:t>
            </a:r>
            <a:r>
              <a:rPr lang="en-US" dirty="0"/>
              <a:t> (300 K) </a:t>
            </a:r>
            <a:r>
              <a:rPr lang="en-US"/>
              <a:t>= (1.13+-0.02) </a:t>
            </a:r>
            <a:r>
              <a:rPr lang="en-US" dirty="0"/>
              <a:t>eV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74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478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Jahid Hasan Sagor</dc:creator>
  <cp:lastModifiedBy>Md. Jahid Hasan Sagor</cp:lastModifiedBy>
  <cp:revision>2</cp:revision>
  <dcterms:created xsi:type="dcterms:W3CDTF">2024-08-29T16:24:31Z</dcterms:created>
  <dcterms:modified xsi:type="dcterms:W3CDTF">2025-11-10T20:47:49Z</dcterms:modified>
</cp:coreProperties>
</file>